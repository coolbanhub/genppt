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custom"/>
  <p:notesSz cx="6858000" cy="9144000"/>
  <p:defaultTextStyle>
    <a:defPPr>
      <a:defRPr lang="zh-CN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Relationship Id="rId8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zh-CN"/>
      </a:def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1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2" Type="http://schemas.openxmlformats.org/officeDocument/2006/relationships/image" Target="../media/image2.png"/><Relationship Id="rId103" Type="http://schemas.openxmlformats.org/officeDocument/2006/relationships/image" Target="../media/image3.png"/><Relationship Id="rId104" Type="http://schemas.openxmlformats.org/officeDocument/2006/relationships/image" Target="../media/image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5" Type="http://schemas.openxmlformats.org/officeDocument/2006/relationships/image" Target="../media/image5.png"/><Relationship Id="rId106" Type="http://schemas.openxmlformats.org/officeDocument/2006/relationships/image" Target="../media/image6.png"/><Relationship Id="rId107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2800" b="1">
                <a:solidFill>
                  <a:srgbClr val="1E3A5F"/>
                </a:solidFill>
                <a:latin typeface="微软雅黑"/>
                <a:ea typeface="微软雅黑"/>
              </a:rPr>
              <a:t>图片嵌入演示</a:t>
            </a:r>
            <a:endParaRPr lang="zh-CN"/>
          </a:p>
        </p:txBody>
      </p:sp>
      <p:sp>
        <p:nvSpPr>
          <p:cNvPr id="3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1800">
                <a:solidFill>
                  <a:srgbClr val="666666"/>
                </a:solidFill>
                <a:latin typeface="微软雅黑"/>
                <a:ea typeface="微软雅黑"/>
              </a:rPr>
              <a:t>从本地文件加载图片</a:t>
            </a:r>
            <a:endParaRPr lang="zh-CN"/>
          </a:p>
        </p:txBody>
      </p:sp>
      <p:pic>
        <p:nvPicPr>
          <p:cNvPr id="4" name="Picture 4" descr="示例图片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1371600" y="1463040"/>
            <a:ext cx="64008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2800" b="1">
                <a:solidFill>
                  <a:srgbClr val="1E3A5F"/>
                </a:solidFill>
                <a:latin typeface="微软雅黑"/>
                <a:ea typeface="微软雅黑"/>
              </a:rPr>
              <a:t>多图片布局</a:t>
            </a:r>
            <a:endParaRPr lang="zh-CN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457200" y="1097280"/>
            <a:ext cx="3931920" cy="2743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 rot="300000">
            <a:off x="4754880" y="1097280"/>
            <a:ext cx="3931920" cy="2743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2743200" y="4114800"/>
            <a:ext cx="3657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2800" b="1">
                <a:solidFill>
                  <a:srgbClr val="1E3A5F"/>
                </a:solidFill>
                <a:latin typeface="微软雅黑"/>
                <a:ea typeface="微软雅黑"/>
              </a:rPr>
              <a:t>图片样式选项</a:t>
            </a:r>
            <a:endParaRPr lang="zh-CN"/>
          </a:p>
        </p:txBody>
      </p:sp>
      <p:sp>
        <p:nvSpPr>
          <p:cNvPr id="3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1600">
                <a:solidFill>
                  <a:srgbClr val="888888"/>
                </a:solidFill>
                <a:latin typeface="微软雅黑"/>
                <a:ea typeface="微软雅黑"/>
              </a:rPr>
              <a:t>支持旋转、圆角等效果</a:t>
            </a:r>
            <a:endParaRPr lang="zh-CN"/>
          </a:p>
        </p:txBody>
      </p:sp>
      <p:sp>
        <p:nvSpPr>
          <p:cNvPr id="4" name="TextBox 4"/>
          <p:cNvSpPr txBox="1"/>
          <p:nvPr/>
        </p:nvSpPr>
        <p:spPr>
          <a:xfrm>
            <a:off x="731520" y="1371600"/>
            <a:ext cx="274320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1400">
                <a:solidFill>
                  <a:srgbClr val="000000"/>
                </a:solidFill>
                <a:latin typeface="微软雅黑"/>
                <a:ea typeface="微软雅黑"/>
              </a:rPr>
              <a:t>原始</a:t>
            </a:r>
            <a:endParaRPr lang="zh-CN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05"/>
          <a:stretch>
            <a:fillRect/>
          </a:stretch>
        </p:blipFill>
        <p:spPr>
          <a:xfrm>
            <a:off x="457200" y="1645920"/>
            <a:ext cx="2743200" cy="18288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657600" y="1371600"/>
            <a:ext cx="274320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1400">
                <a:solidFill>
                  <a:srgbClr val="000000"/>
                </a:solidFill>
                <a:latin typeface="微软雅黑"/>
                <a:ea typeface="微软雅黑"/>
              </a:rPr>
              <a:t>圆角</a:t>
            </a:r>
            <a:endParaRPr lang="zh-CN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06"/>
          <a:stretch>
            <a:fillRect/>
          </a:stretch>
        </p:blipFill>
        <p:spPr>
          <a:xfrm>
            <a:off x="3200400" y="1645920"/>
            <a:ext cx="2743200" cy="1828800"/>
          </a:xfrm>
          <a:prstGeom prst="roundRect">
            <a:avLst>
              <a:gd name="adj" fmla="val 20000000"/>
            </a:avLst>
          </a:prstGeom>
        </p:spPr>
      </p:pic>
      <p:sp>
        <p:nvSpPr>
          <p:cNvPr id="8" name="TextBox 8"/>
          <p:cNvSpPr txBox="1"/>
          <p:nvPr/>
        </p:nvSpPr>
        <p:spPr>
          <a:xfrm>
            <a:off x="6583680" y="1371600"/>
            <a:ext cx="2743200" cy="274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1400">
                <a:solidFill>
                  <a:srgbClr val="000000"/>
                </a:solidFill>
                <a:latin typeface="微软雅黑"/>
                <a:ea typeface="微软雅黑"/>
              </a:rPr>
              <a:t>旋转15°</a:t>
            </a:r>
            <a:endParaRPr lang="zh-CN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07"/>
          <a:stretch>
            <a:fillRect/>
          </a:stretch>
        </p:blipFill>
        <p:spPr>
          <a:xfrm rot="900000">
            <a:off x="5943600" y="1645920"/>
            <a:ext cx="27432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genppt/1.0</Application>
  <PresentationFormat>自定义</PresentationFormat>
  <Paragraphs>0</Paragraphs>
  <Slides>3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图片演示</dc:title>
  <dc:creator>GenPPT</dc:creator>
  <cp:lastModifiedBy>GenPPT</cp:lastModifiedBy>
  <dcterms:created xsi:type="dcterms:W3CDTF">2025-12-24T14:36:55Z</dcterms:created>
  <dcterms:modified xsi:type="dcterms:W3CDTF">2025-12-24T14:36:55Z</dcterms:modified>
</cp:coreProperties>
</file>