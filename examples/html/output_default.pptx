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Relationship Id="rId2" Type="http://schemas.openxmlformats.org/package/2006/relationships/metadata/core-properties" Target="docProps/core.xml"/>
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5143500" type="custom"/>
  <p:notesSz cx="6858000" cy="9144000"/>
  <p:defaultTextStyle>
    <a:defPPr>
      <a:defRPr lang="zh-CN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0" d="100"/>
          <a:sy n="100" d="100"/>
        </p:scale>
        <p:origin x="0" y="0"/>
      </p:cViewPr>
    </p:cSldViewPr>
  </p:slideViewPr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ableStyles" Target="tableStyles.xml"/><Relationship Id="rId10" Type="http://schemas.openxmlformats.org/officeDocument/2006/relationships/theme" Target="theme/theme1.xml"/></Relationships>
</file>

<file path=ppt/slideLayouts/_rels/slideLayout1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</p:bodyStyle>
    <p:otherStyle>
      <a:defPPr>
        <a:defRPr lang="zh-CN"/>
      </a:def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zh-CN" sz="3200" b="1">
                <a:solidFill>
                  <a:srgbClr val="1E3A5F"/>
                </a:solidFill>
                <a:latin typeface="微软雅黑"/>
                <a:ea typeface="微软雅黑"/>
              </a:rPr>
              <a:t>产品发布会</a:t>
            </a:r>
            <a:endParaRPr lang="zh-CN"/>
          </a:p>
        </p:txBody>
      </p:sp>
      <p:sp>
        <p:nvSpPr>
          <p:cNvPr id="3" name="TextBox 3"/>
          <p:cNvSpPr txBox="1"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zh-CN" sz="1800">
                <a:solidFill>
                  <a:srgbClr val="333333"/>
                </a:solidFill>
                <a:latin typeface="微软雅黑"/>
                <a:ea typeface="微软雅黑"/>
              </a:rPr>
              <a:t>2024年度新品发布</a:t>
            </a:r>
            <a:endParaRPr lang="zh-C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zh-CN" sz="3200" b="1">
                <a:solidFill>
                  <a:srgbClr val="1E3A5F"/>
                </a:solidFill>
                <a:latin typeface="微软雅黑"/>
                <a:ea typeface="微软雅黑"/>
              </a:rPr>
              <a:t>产品亮点</a:t>
            </a:r>
            <a:endParaRPr lang="zh-CN"/>
          </a:p>
        </p:txBody>
      </p:sp>
      <p:sp>
        <p:nvSpPr>
          <p:cNvPr id="3" name="TextBox 3"/>
          <p:cNvSpPr txBox="1"/>
          <p:nvPr/>
        </p:nvSpPr>
        <p:spPr>
          <a:xfrm>
            <a:off x="457200" y="1371600"/>
            <a:ext cx="8229600" cy="5486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zh-CN" sz="2800" b="1">
                <a:solidFill>
                  <a:srgbClr val="1E3A5F"/>
                </a:solidFill>
                <a:latin typeface="微软雅黑"/>
                <a:ea typeface="微软雅黑"/>
              </a:rPr>
              <a:t>核心功能</a:t>
            </a:r>
            <a:endParaRPr lang="zh-CN"/>
          </a:p>
        </p:txBody>
      </p:sp>
      <p:sp>
        <p:nvSpPr>
          <p:cNvPr id="4" name="TextBox 4"/>
          <p:cNvSpPr txBox="1"/>
          <p:nvPr/>
        </p:nvSpPr>
        <p:spPr>
          <a:xfrm>
            <a:off x="640080" y="2011680"/>
            <a:ext cx="7772400" cy="3657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zh-CN" sz="1800">
                <a:solidFill>
                  <a:srgbClr val="333333"/>
                </a:solidFill>
                <a:latin typeface="微软雅黑"/>
                <a:ea typeface="微软雅黑"/>
              </a:rPr>
              <a:t>• 高性能处理器</a:t>
            </a:r>
            <a:endParaRPr lang="zh-CN"/>
          </a:p>
        </p:txBody>
      </p:sp>
      <p:sp>
        <p:nvSpPr>
          <p:cNvPr id="5" name="TextBox 5"/>
          <p:cNvSpPr txBox="1"/>
          <p:nvPr/>
        </p:nvSpPr>
        <p:spPr>
          <a:xfrm>
            <a:off x="640080" y="2468880"/>
            <a:ext cx="7772400" cy="3657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zh-CN" sz="1800">
                <a:solidFill>
                  <a:srgbClr val="333333"/>
                </a:solidFill>
                <a:latin typeface="微软雅黑"/>
                <a:ea typeface="微软雅黑"/>
              </a:rPr>
              <a:t>• 超长续航</a:t>
            </a:r>
            <a:endParaRPr lang="zh-CN"/>
          </a:p>
        </p:txBody>
      </p:sp>
      <p:sp>
        <p:nvSpPr>
          <p:cNvPr id="6" name="TextBox 6"/>
          <p:cNvSpPr txBox="1"/>
          <p:nvPr/>
        </p:nvSpPr>
        <p:spPr>
          <a:xfrm>
            <a:off x="640080" y="2926080"/>
            <a:ext cx="7772400" cy="3657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zh-CN" sz="1800">
                <a:solidFill>
                  <a:srgbClr val="333333"/>
                </a:solidFill>
                <a:latin typeface="微软雅黑"/>
                <a:ea typeface="微软雅黑"/>
              </a:rPr>
              <a:t>• 轻薄设计</a:t>
            </a:r>
            <a:endParaRPr lang="zh-CN"/>
          </a:p>
        </p:txBody>
      </p:sp>
      <p:sp>
        <p:nvSpPr>
          <p:cNvPr id="7" name="TextBox 7"/>
          <p:cNvSpPr txBox="1"/>
          <p:nvPr/>
        </p:nvSpPr>
        <p:spPr>
          <a:xfrm>
            <a:off x="640080" y="3383280"/>
            <a:ext cx="7772400" cy="3657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zh-CN" sz="1800">
                <a:solidFill>
                  <a:srgbClr val="333333"/>
                </a:solidFill>
                <a:latin typeface="微软雅黑"/>
                <a:ea typeface="微软雅黑"/>
              </a:rPr>
              <a:t>• 智能互联</a:t>
            </a:r>
            <a:endParaRPr lang="zh-C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zh-CN" sz="3200" b="1">
                <a:solidFill>
                  <a:srgbClr val="1E3A5F"/>
                </a:solidFill>
                <a:latin typeface="微软雅黑"/>
                <a:ea typeface="微软雅黑"/>
              </a:rPr>
              <a:t>技术规格</a:t>
            </a:r>
            <a:endParaRPr lang="zh-CN"/>
          </a:p>
        </p:txBody>
      </p:sp>
      <p:graphicFrame>
        <p:nvGraphicFramePr>
          <p:cNvPr id="3" name="Table 3"/>
          <p:cNvGraphicFramePr>
            <a:graphicFrameLocks noGrp="1"/>
          </p:cNvGraphicFramePr>
          <p:nvPr/>
        </p:nvGraphicFramePr>
        <p:xfrm>
          <a:off x="457200" y="1371600"/>
          <a:ext cx="82296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lang="zh-CN" sz="14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参数</a:t>
                      </a:r>
                      <a:endParaRPr lang="zh-CN"/>
                    </a:p>
                  </a:txBody>
                  <a:tcPr anchor="ctr">
                    <a:solidFill>
                      <a:srgbClr val="E6E6E6"/>
                    </a:solidFill>
                    <a:lnL w="12700" cap="flat" cmpd="sng" algn="ctr">
                      <a:solidFill>
                        <a:srgbClr val="CCCCCC"/>
                      </a:solidFill>
                      <a:prstDash val="soli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4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规格</a:t>
                      </a:r>
                      <a:endParaRPr lang="zh-CN"/>
                    </a:p>
                  </a:txBody>
                  <a:tcPr anchor="ctr">
                    <a:solidFill>
                      <a:srgbClr val="E6E6E6"/>
                    </a:solidFill>
                    <a:lnL w="12700" cap="flat" cmpd="sng" algn="ctr">
                      <a:solidFill>
                        <a:srgbClr val="CCCCCC"/>
                      </a:solidFill>
                      <a:prstDash val="soli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lang="zh-CN" sz="140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处理器</a:t>
                      </a:r>
                      <a:endParaRPr lang="zh-CN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40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8核心 3.2GHz</a:t>
                      </a:r>
                      <a:endParaRPr lang="zh-CN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lang="zh-CN" sz="140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内存</a:t>
                      </a:r>
                      <a:endParaRPr lang="zh-CN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40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16GB DDR5</a:t>
                      </a:r>
                      <a:endParaRPr lang="zh-CN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lang="zh-CN" sz="140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存储</a:t>
                      </a:r>
                      <a:endParaRPr lang="zh-CN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40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512GB SSD</a:t>
                      </a:r>
                      <a:endParaRPr lang="zh-CN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lang="zh-CN" sz="140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电池</a:t>
                      </a:r>
                      <a:endParaRPr lang="zh-CN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40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5000mAh</a:t>
                      </a:r>
                      <a:endParaRPr lang="zh-CN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zh-CN" sz="3200" b="1">
                <a:solidFill>
                  <a:srgbClr val="1E3A5F"/>
                </a:solidFill>
                <a:latin typeface="微软雅黑"/>
                <a:ea typeface="微软雅黑"/>
              </a:rPr>
              <a:t>代码示例</a:t>
            </a:r>
            <a:endParaRPr lang="zh-CN"/>
          </a:p>
        </p:txBody>
      </p:sp>
      <p:sp>
        <p:nvSpPr>
          <p:cNvPr id="3" name="TextBox 3"/>
          <p:cNvSpPr txBox="1"/>
          <p:nvPr/>
        </p:nvSpPr>
        <p:spPr>
          <a:xfrm>
            <a:off x="457200" y="1371600"/>
            <a:ext cx="8229600" cy="5486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zh-CN" sz="2800" b="1">
                <a:solidFill>
                  <a:srgbClr val="1E3A5F"/>
                </a:solidFill>
                <a:latin typeface="微软雅黑"/>
                <a:ea typeface="微软雅黑"/>
              </a:rPr>
              <a:t>快速开始</a:t>
            </a:r>
            <a:endParaRPr lang="zh-CN"/>
          </a:p>
        </p:txBody>
      </p:sp>
      <p:sp>
        <p:nvSpPr>
          <p:cNvPr id="4" name="Shape 4"/>
          <p:cNvSpPr/>
          <p:nvPr/>
        </p:nvSpPr>
        <p:spPr>
          <a:xfrm>
            <a:off x="457200" y="2011680"/>
            <a:ext cx="8229600" cy="210312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</a:ln>
        </p:spPr>
      </p:sp>
      <p:sp>
        <p:nvSpPr>
          <p:cNvPr id="5" name="TextBox 5"/>
          <p:cNvSpPr txBox="1"/>
          <p:nvPr/>
        </p:nvSpPr>
        <p:spPr>
          <a:xfrm>
            <a:off x="548640" y="2103120"/>
            <a:ext cx="8046720" cy="1920239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zh-CN" sz="1400">
                <a:solidFill>
                  <a:srgbClr val="333333"/>
                </a:solidFill>
                <a:latin typeface="Consolas"/>
                <a:ea typeface="Consolas"/>
              </a:rPr>
              <a:t>// 初始化产品
product := NewProduct()
product.Configure()
product.Start()
fmt.Println("产品已启动！")</a:t>
            </a:r>
            <a:endParaRPr lang="zh-CN"/>
          </a:p>
        </p:txBody>
      </p:sp>
      <p:sp>
        <p:nvSpPr>
          <p:cNvPr id="6" name="TextBox 6"/>
          <p:cNvSpPr txBox="1"/>
          <p:nvPr/>
        </p:nvSpPr>
        <p:spPr>
          <a:xfrm>
            <a:off x="457200" y="4297679"/>
            <a:ext cx="8229600" cy="4572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zh-CN" sz="1800">
                <a:solidFill>
                  <a:srgbClr val="333333"/>
                </a:solidFill>
                <a:latin typeface="微软雅黑"/>
                <a:ea typeface="微软雅黑"/>
              </a:rPr>
              <a:t>更多详情请访问官网。</a:t>
            </a:r>
            <a:endParaRPr lang="zh-C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zh-CN" sz="3200" b="1">
                <a:solidFill>
                  <a:srgbClr val="1E3A5F"/>
                </a:solidFill>
                <a:latin typeface="微软雅黑"/>
                <a:ea typeface="微软雅黑"/>
              </a:rPr>
              <a:t>联系我们</a:t>
            </a:r>
            <a:endParaRPr lang="zh-CN"/>
          </a:p>
        </p:txBody>
      </p:sp>
      <p:sp>
        <p:nvSpPr>
          <p:cNvPr id="3" name="TextBox 3"/>
          <p:cNvSpPr txBox="1"/>
          <p:nvPr/>
        </p:nvSpPr>
        <p:spPr>
          <a:xfrm>
            <a:off x="457200" y="1371600"/>
            <a:ext cx="8229600" cy="5486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zh-CN" sz="2800" b="1">
                <a:solidFill>
                  <a:srgbClr val="1E3A5F"/>
                </a:solidFill>
                <a:latin typeface="微软雅黑"/>
                <a:ea typeface="微软雅黑"/>
              </a:rPr>
              <a:t>获取更多信息</a:t>
            </a:r>
            <a:endParaRPr lang="zh-CN"/>
          </a:p>
        </p:txBody>
      </p:sp>
      <p:sp>
        <p:nvSpPr>
          <p:cNvPr id="4" name="TextBox 4"/>
          <p:cNvSpPr txBox="1"/>
          <p:nvPr/>
        </p:nvSpPr>
        <p:spPr>
          <a:xfrm>
            <a:off x="640080" y="2011680"/>
            <a:ext cx="7772400" cy="3657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zh-CN" sz="1800">
                <a:solidFill>
                  <a:srgbClr val="333333"/>
                </a:solidFill>
                <a:latin typeface="微软雅黑"/>
                <a:ea typeface="微软雅黑"/>
              </a:rPr>
              <a:t>• 官网: www.example.com</a:t>
            </a:r>
            <a:endParaRPr lang="zh-CN"/>
          </a:p>
        </p:txBody>
      </p:sp>
      <p:sp>
        <p:nvSpPr>
          <p:cNvPr id="5" name="TextBox 5"/>
          <p:cNvSpPr txBox="1"/>
          <p:nvPr/>
        </p:nvSpPr>
        <p:spPr>
          <a:xfrm>
            <a:off x="640080" y="2468880"/>
            <a:ext cx="7772400" cy="3657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zh-CN" sz="1800">
                <a:solidFill>
                  <a:srgbClr val="333333"/>
                </a:solidFill>
                <a:latin typeface="微软雅黑"/>
                <a:ea typeface="微软雅黑"/>
              </a:rPr>
              <a:t>• 邮箱: contact@example.com</a:t>
            </a:r>
            <a:endParaRPr lang="zh-CN"/>
          </a:p>
        </p:txBody>
      </p:sp>
      <p:sp>
        <p:nvSpPr>
          <p:cNvPr id="6" name="TextBox 6"/>
          <p:cNvSpPr txBox="1"/>
          <p:nvPr/>
        </p:nvSpPr>
        <p:spPr>
          <a:xfrm>
            <a:off x="640080" y="2926080"/>
            <a:ext cx="7772400" cy="3657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zh-CN" sz="1800">
                <a:solidFill>
                  <a:srgbClr val="333333"/>
                </a:solidFill>
                <a:latin typeface="微软雅黑"/>
                <a:ea typeface="微软雅黑"/>
              </a:rPr>
              <a:t>• 电话: 400-xxx-xxxx</a:t>
            </a:r>
            <a:endParaRPr lang="zh-CN"/>
          </a:p>
        </p:txBody>
      </p:sp>
      <p:sp>
        <p:nvSpPr>
          <p:cNvPr id="7" name="TextBox 7"/>
          <p:cNvSpPr txBox="1"/>
          <p:nvPr/>
        </p:nvSpPr>
        <p:spPr>
          <a:xfrm>
            <a:off x="457200" y="3383280"/>
            <a:ext cx="8229600" cy="4572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zh-CN" sz="1800">
                <a:solidFill>
                  <a:srgbClr val="333333"/>
                </a:solidFill>
                <a:latin typeface="微软雅黑"/>
                <a:ea typeface="微软雅黑"/>
              </a:rPr>
              <a:t>感谢您的关注！</a:t>
            </a:r>
            <a:endParaRPr lang="zh-C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genppt/1.0</Application>
  <PresentationFormat>自定义</PresentationFormat>
  <Paragraphs>0</Paragraphs>
  <Slides>5</Slides>
  <Notes>0</Notes>
  <HiddenSlides>0</HiddenSlides>
  <MMClips>0</MMClips>
  <ScaleCrop>false</ScaleCrop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2025-12-31T10:10:40Z</dcterms:created>
  <dcterms:modified xsi:type="dcterms:W3CDTF">2025-12-31T10:10:40Z</dcterms:modified>
</cp:coreProperties>
</file>