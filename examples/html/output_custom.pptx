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custom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600" b="1">
                <a:solidFill>
                  <a:srgbClr val="2E4057"/>
                </a:solidFill>
                <a:latin typeface="微软雅黑"/>
                <a:ea typeface="微软雅黑"/>
              </a:rPr>
              <a:t>产品发布会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2024年度新品发布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600" b="1">
                <a:solidFill>
                  <a:srgbClr val="2E4057"/>
                </a:solidFill>
                <a:latin typeface="微软雅黑"/>
                <a:ea typeface="微软雅黑"/>
              </a:rPr>
              <a:t>产品亮点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2E4057"/>
                </a:solidFill>
                <a:latin typeface="微软雅黑"/>
                <a:ea typeface="微软雅黑"/>
              </a:rPr>
              <a:t>核心功能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高性能处理器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超长续航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轻薄设计</a:t>
            </a:r>
            <a:endParaRPr lang="zh-CN"/>
          </a:p>
        </p:txBody>
      </p:sp>
      <p:sp>
        <p:nvSpPr>
          <p:cNvPr id="7" name="TextBox 7"/>
          <p:cNvSpPr txBox="1"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智能互联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600" b="1">
                <a:solidFill>
                  <a:srgbClr val="2E4057"/>
                </a:solidFill>
                <a:latin typeface="微软雅黑"/>
                <a:ea typeface="微软雅黑"/>
              </a:rPr>
              <a:t>技术规格</a:t>
            </a:r>
            <a:endParaRPr lang="zh-CN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  <a:endParaRPr lang="zh-CN"/>
                    </a:p>
                  </a:txBody>
                  <a:tcPr anchor="ctr">
                    <a:solidFill>
                      <a:srgbClr val="E6E6E6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规格</a:t>
                      </a:r>
                      <a:endParaRPr lang="zh-CN"/>
                    </a:p>
                  </a:txBody>
                  <a:tcPr anchor="ctr">
                    <a:solidFill>
                      <a:srgbClr val="E6E6E6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处理器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8核心 3.2GHz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内存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16GB DDR5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512GB SSD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电池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5000mAh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600" b="1">
                <a:solidFill>
                  <a:srgbClr val="2E4057"/>
                </a:solidFill>
                <a:latin typeface="微软雅黑"/>
                <a:ea typeface="微软雅黑"/>
              </a:rPr>
              <a:t>代码示例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2E4057"/>
                </a:solidFill>
                <a:latin typeface="微软雅黑"/>
                <a:ea typeface="微软雅黑"/>
              </a:rPr>
              <a:t>快速开始</a:t>
            </a:r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2011680"/>
            <a:ext cx="822960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48640" y="2103120"/>
            <a:ext cx="8046720" cy="192023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600">
                <a:solidFill>
                  <a:srgbClr val="333333"/>
                </a:solidFill>
                <a:latin typeface="Consolas"/>
                <a:ea typeface="Consolas"/>
              </a:rPr>
              <a:t>// 初始化产品
product := NewProduct()
product.Configure()
product.Start()
fmt.Println("产品已启动！")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457200" y="4297679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更多详情请访问官网。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600" b="1">
                <a:solidFill>
                  <a:srgbClr val="2E4057"/>
                </a:solidFill>
                <a:latin typeface="微软雅黑"/>
                <a:ea typeface="微软雅黑"/>
              </a:rPr>
              <a:t>联系我们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2E4057"/>
                </a:solidFill>
                <a:latin typeface="微软雅黑"/>
                <a:ea typeface="微软雅黑"/>
              </a:rPr>
              <a:t>获取更多信息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官网: www.example.com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邮箱: contact@example.com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• 电话: 400-xxx-xxxx</a:t>
            </a:r>
            <a:endParaRPr lang="zh-CN"/>
          </a:p>
        </p:txBody>
      </p:sp>
      <p:sp>
        <p:nvSpPr>
          <p:cNvPr id="7" name="TextBox 7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000">
                <a:solidFill>
                  <a:srgbClr val="333333"/>
                </a:solidFill>
                <a:latin typeface="微软雅黑"/>
                <a:ea typeface="微软雅黑"/>
              </a:rPr>
              <a:t>感谢您的关注！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genppt/1.0</Application>
  <PresentationFormat>自定义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2025-12-31T10:10:40Z</dcterms:created>
  <dcterms:modified xsi:type="dcterms:W3CDTF">2025-12-31T10:10:40Z</dcterms:modified>
</cp:coreProperties>
</file>