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custom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title>
      <c:tx>
        <c:rich>
          <a:bodyPr/>
          <a:lstStyle/>
          <a:p>
            <a:pPr>
              <a:defRPr sz="1400" b="0"/>
            </a:pPr>
            <a:r>
              <a:rPr lang="zh-CN" sz="1400" b="1"/>
              <a:t>季度销售对比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2023年</c:v>
          </c:tx>
          <c:spPr>
            <a:solidFill>
              <a:srgbClr val="4472C4"/>
            </a:solidFill>
          </c:spP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v>2024年</c:v>
          </c:tx>
          <c:spPr>
            <a:solidFill>
              <a:srgbClr val="ED7D31"/>
            </a:solidFill>
          </c:spP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150</c:v>
                </c:pt>
                <c:pt idx="1">
                  <c:v>180</c:v>
                </c:pt>
                <c:pt idx="2">
                  <c:v>220</c:v>
                </c:pt>
                <c:pt idx="3">
                  <c:v>260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title>
      <c:tx>
        <c:rich>
          <a:bodyPr/>
          <a:lstStyle/>
          <a:p>
            <a:pPr>
              <a:defRPr sz="1400" b="0"/>
            </a:pPr>
            <a:r>
              <a:rPr lang="zh-CN" sz="1400" b="1"/>
              <a:t>用户增长趋势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v>用户增长</c:v>
          </c:tx>
          <c:spPr>
            <a:solidFill>
              <a:srgbClr val="4472C4"/>
            </a:solidFill>
            <a:ln w="28575">
              <a:solidFill>
                <a:srgbClr val="4472C4"/>
              </a:solidFill>
            </a:ln>
          </c:spPr>
          <c:marker>
            <c:symbol val="circle"/>
            <c:size val="5"/>
            <c:spPr>
              <a:solidFill>
                <a:srgbClr val="4472C4"/>
              </a:solidFill>
            </c:spPr>
          </c:marker>
          <c:cat>
            <c:strRe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1000</c:v>
                </c:pt>
                <c:pt idx="1">
                  <c:v>1500</c:v>
                </c:pt>
                <c:pt idx="2">
                  <c:v>2200</c:v>
                </c:pt>
                <c:pt idx="3">
                  <c:v>3100</c:v>
                </c:pt>
                <c:pt idx="4">
                  <c:v>4200</c:v>
                </c:pt>
                <c:pt idx="5">
                  <c:v>5500</c:v>
                </c:pt>
              </c:numCache>
            </c:numRef>
          </c:val>
        </c:ser>
        <c:ser>
          <c:idx val="1"/>
          <c:order val="1"/>
          <c:tx>
            <c:v>活跃用户</c:v>
          </c:tx>
          <c:spPr>
            <a:solidFill>
              <a:srgbClr val="ED7D31"/>
            </a:solidFill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cat>
            <c:strRe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800</c:v>
                </c:pt>
                <c:pt idx="1">
                  <c:v>1200</c:v>
                </c:pt>
                <c:pt idx="2">
                  <c:v>1800</c:v>
                </c:pt>
                <c:pt idx="3">
                  <c:v>2500</c:v>
                </c:pt>
                <c:pt idx="4">
                  <c:v>3400</c:v>
                </c:pt>
                <c:pt idx="5">
                  <c:v>4500</c:v>
                </c:pt>
              </c:numCache>
            </c:numRef>
          </c:val>
        </c:ser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title>
      <c:tx>
        <c:rich>
          <a:bodyPr/>
          <a:lstStyle/>
          <a:p>
            <a:pPr>
              <a:defRPr sz="1400" b="0"/>
            </a:pPr>
            <a:r>
              <a:rPr lang="zh-CN" sz="1400" b="1"/>
              <a:t>市场份额分布</a:t>
            </a:r>
          </a:p>
        </c:rich>
      </c:tx>
      <c:overlay val="0"/>
    </c:title>
    <c:plotArea>
      <c:layout/>
      <c:pieChart>
        <c:varyColors val="1"/>
        <c:ser>
          <c:idx val="0"/>
          <c:order val="0"/>
          <c:tx>
            <c:v>市场份额分布</c:v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4472C4"/>
              </a:solidFill>
            </c:spPr>
            <c:idx val="1"/>
            <c:spPr>
              <a:solidFill>
                <a:srgbClr val="ED7D31"/>
              </a:solidFill>
            </c:spPr>
            <c:idx val="2"/>
            <c:spPr>
              <a:solidFill>
                <a:srgbClr val="A5A5A5"/>
              </a:solidFill>
            </c:spPr>
            <c:idx val="3"/>
            <c:spPr>
              <a:solidFill>
                <a:srgbClr val="FFC000"/>
              </a:solidFill>
            </c:spPr>
            <c:idx val="4"/>
            <c:spPr>
              <a:solidFill>
                <a:srgbClr val="5B9BD5"/>
              </a:solidFill>
            </c:spPr>
          </c:dPt>
          <c:cat>
            <c:strRef>
              <c:strCache>
                <c:ptCount val="5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产品D</c:v>
                </c:pt>
                <c:pt idx="4">
                  <c:v>其他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LeaderLines val="1"/>
        </c:dLbls>
      </c:pieChart>
    </c:plotArea>
    <c:legend>
      <c:legendPos val="r"/>
      <c:overlay val="0"/>
    </c:legend>
    <c:plotVisOnly val="1"/>
    <c:dispBlanksAs val="gap"/>
  </c:chart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title>
      <c:tx>
        <c:rich>
          <a:bodyPr/>
          <a:lstStyle/>
          <a:p>
            <a:pPr>
              <a:defRPr sz="1400" b="0"/>
            </a:pPr>
            <a:r>
              <a:rPr lang="zh-CN" sz="1400" b="1"/>
              <a:t>部门预算分配</a:t>
            </a:r>
          </a:p>
        </c:rich>
      </c:tx>
      <c:overlay val="0"/>
    </c:title>
    <c:plotArea>
      <c:layout/>
      <c:doughnutChart>
        <c:varyColors val="1"/>
        <c:ser>
          <c:idx val="0"/>
          <c:order val="0"/>
          <c:tx>
            <c:v>预算</c:v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4472C4"/>
              </a:solidFill>
            </c:spPr>
            <c:idx val="1"/>
            <c:spPr>
              <a:solidFill>
                <a:srgbClr val="ED7D31"/>
              </a:solidFill>
            </c:spPr>
            <c:idx val="2"/>
            <c:spPr>
              <a:solidFill>
                <a:srgbClr val="A5A5A5"/>
              </a:solidFill>
            </c:spPr>
            <c:idx val="3"/>
            <c:spPr>
              <a:solidFill>
                <a:srgbClr val="FFC000"/>
              </a:solidFill>
            </c:spPr>
          </c:dPt>
          <c:cat>
            <c:strRef>
              <c:strCache>
                <c:ptCount val="4"/>
                <c:pt idx="0">
                  <c:v>研发</c:v>
                </c:pt>
                <c:pt idx="1">
                  <c:v>市场</c:v>
                </c:pt>
                <c:pt idx="2">
                  <c:v>运营</c:v>
                </c:pt>
                <c:pt idx="3">
                  <c:v>人力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</c:dLbls>
        <c:firstSliceAng val="0"/>
        <c:holeSize val="60"/>
      </c:doughnutChart>
    </c:plotArea>
    <c:legend>
      <c:legendPos val="r"/>
      <c:overlay val="0"/>
    </c:legend>
    <c:plotVisOnly val="1"/>
    <c:dispBlanksAs val="gap"/>
  </c:chart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01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02" Type="http://schemas.openxmlformats.org/officeDocument/2006/relationships/chart" Target="../charts/char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03" Type="http://schemas.openxmlformats.org/officeDocument/2006/relationships/chart" Target="../charts/char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0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销售数据分析</a:t>
            </a:r>
            <a:endParaRPr lang="zh-CN"/>
          </a:p>
        </p:txBody>
      </p:sp>
      <p:graphicFrame>
        <p:nvGraphicFramePr>
          <p:cNvPr id="3" name="Chart 1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趋势分析</a:t>
            </a:r>
            <a:endParaRPr lang="zh-CN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市场份额</a:t>
            </a:r>
            <a:endParaRPr lang="zh-CN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1371600" y="109728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预算分配</a:t>
            </a:r>
            <a:endParaRPr lang="zh-CN"/>
          </a:p>
        </p:txBody>
      </p:sp>
      <p:graphicFrame>
        <p:nvGraphicFramePr>
          <p:cNvPr id="3" name="Chart 4"/>
          <p:cNvGraphicFramePr>
            <a:graphicFrameLocks noGrp="1"/>
          </p:cNvGraphicFramePr>
          <p:nvPr/>
        </p:nvGraphicFramePr>
        <p:xfrm>
          <a:off x="1371600" y="109728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genppt/1.0</Application>
  <PresentationFormat>自定义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图表演示</dc:title>
  <dc:creator>GenPPT</dc:creator>
  <cp:lastModifiedBy>GenPPT</cp:lastModifiedBy>
  <dcterms:created xsi:type="dcterms:W3CDTF">2025-12-24T14:23:40Z</dcterms:created>
  <dcterms:modified xsi:type="dcterms:W3CDTF">2025-12-24T14:23:40Z</dcterms:modified>
</cp:coreProperties>
</file>