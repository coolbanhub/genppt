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custom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Relationship Id="rId8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zh-CN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zh-CN" sz="4400" b="1">
                <a:solidFill>
                  <a:srgbClr val="FFFFFF"/>
                </a:solidFill>
                <a:latin typeface="微软雅黑"/>
                <a:ea typeface="微软雅黑"/>
              </a:rPr>
              <a:t>欢迎使用 GenPPT</a:t>
            </a:r>
            <a:endParaRPr lang="zh-CN"/>
          </a:p>
        </p:txBody>
      </p:sp>
      <p:sp>
        <p:nvSpPr>
          <p:cNvPr id="3" name="TextBox 3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ctr"/>
            <a:r>
              <a:rPr lang="zh-CN" sz="2400">
                <a:solidFill>
                  <a:srgbClr val="A0C4E8"/>
                </a:solidFill>
                <a:latin typeface="微软雅黑"/>
                <a:ea typeface="微软雅黑"/>
              </a:rPr>
              <a:t>纯 Go 语言 PowerPoint 生成库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3200" b="1">
                <a:solidFill>
                  <a:srgbClr val="1E3A5F"/>
                </a:solidFill>
                <a:latin typeface="微软雅黑"/>
                <a:ea typeface="微软雅黑"/>
              </a:rPr>
              <a:t>功能特性</a:t>
            </a:r>
            <a:endParaRPr lang="zh-CN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57200" y="13716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功能</a:t>
                      </a:r>
                      <a:endParaRPr lang="zh-CN"/>
                    </a:p>
                  </a:txBody>
                  <a:tcPr anchor="ctr">
                    <a:solidFill>
                      <a:srgbClr val="4472C4"/>
                    </a:solidFill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描述</a:t>
                      </a:r>
                      <a:endParaRPr lang="zh-CN"/>
                    </a:p>
                  </a:txBody>
                  <a:tcPr anchor="ctr">
                    <a:solidFill>
                      <a:srgbClr val="4472C4"/>
                    </a:solidFill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  <a:endParaRPr lang="zh-CN"/>
                    </a:p>
                  </a:txBody>
                  <a:tcPr anchor="ctr">
                    <a:solidFill>
                      <a:srgbClr val="4472C4"/>
                    </a:solidFill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文本框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支持多种字体、颜色、对齐方式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形状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矩形、圆形、箭头等多种形状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表格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完整的表格支持，包括合并单元格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图片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支持PNG、JPEG、GIF等格式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✅</a:t>
                      </a:r>
                      <a:endParaRPr lang="zh-CN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/>
            <a:r>
              <a:rPr lang="zh-CN" sz="3200" b="1">
                <a:solidFill>
                  <a:srgbClr val="1E3A5F"/>
                </a:solidFill>
                <a:latin typeface="微软雅黑"/>
                <a:ea typeface="微软雅黑"/>
              </a:rPr>
              <a:t>形状演示</a:t>
            </a:r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914400" y="1645920"/>
            <a:ext cx="1828800" cy="1097280"/>
          </a:xfrm>
          <a:prstGeom prst="rect">
            <a:avLst/>
          </a:prstGeom>
          <a:solidFill>
            <a:srgbClr val="4472C4"/>
          </a:solidFill>
          <a:ln w="25400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zh-CN" sz="1800">
                <a:solidFill>
                  <a:srgbClr val="FFFFFF"/>
                </a:solidFill>
              </a:rPr>
              <a:t>矩形</a:t>
            </a:r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3657600" y="1645920"/>
            <a:ext cx="1828800" cy="1097280"/>
          </a:xfrm>
          <a:prstGeom prst="roundRect">
            <a:avLst/>
          </a:prstGeom>
          <a:solidFill>
            <a:srgbClr val="ED7D31"/>
          </a:solidFill>
          <a:ln w="25400">
            <a:solidFill>
              <a:srgbClr val="C55A11"/>
            </a:solidFill>
          </a:ln>
        </p:spPr>
        <p:txBody>
          <a:bodyPr wrap="square" rtlCol="0" anchor="ctr"/>
          <a:lstStyle/>
          <a:p>
            <a:pPr algn="ctr"/>
            <a:r>
              <a:rPr lang="zh-CN" sz="1800">
                <a:solidFill>
                  <a:srgbClr val="FFFFFF"/>
                </a:solidFill>
              </a:rPr>
              <a:t>圆角</a:t>
            </a:r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6400800" y="1645920"/>
            <a:ext cx="1828800" cy="1097280"/>
          </a:xfrm>
          <a:prstGeom prst="ellipse">
            <a:avLst/>
          </a:prstGeom>
          <a:solidFill>
            <a:srgbClr val="70AD47"/>
          </a:solidFill>
          <a:ln w="25400">
            <a:solidFill>
              <a:srgbClr val="507E32"/>
            </a:solidFill>
          </a:ln>
        </p:spPr>
        <p:txBody>
          <a:bodyPr wrap="square" rtlCol="0" anchor="ctr"/>
          <a:lstStyle/>
          <a:p>
            <a:pPr algn="ctr"/>
            <a:r>
              <a:rPr lang="zh-CN" sz="1800">
                <a:solidFill>
                  <a:srgbClr val="FFFFFF"/>
                </a:solidFill>
              </a:rPr>
              <a:t>椭圆</a:t>
            </a:r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2286000" y="3200400"/>
            <a:ext cx="4572000" cy="731520"/>
          </a:xfrm>
          <a:prstGeom prst="rightArrow">
            <a:avLst/>
          </a:prstGeom>
          <a:solidFill>
            <a:srgbClr val="FFC000"/>
          </a:solidFill>
          <a:ln w="12700">
            <a:solidFill>
              <a:srgbClr val="BF9000"/>
            </a:solidFill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genppt/1.0</Application>
  <PresentationFormat>自定义</PresentationFormat>
  <Paragraphs>0</Paragraphs>
  <Slides>3</Slides>
  <Notes>0</Notes>
  <HiddenSlides>0</HiddenSlides>
  <MMClips>0</MMClips>
  <ScaleCrop>false</ScaleCrop>
  <Company>示例公司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我的演示文稿</dc:title>
  <dc:creator>张三</dc:creator>
  <cp:lastModifiedBy>张三</cp:lastModifiedBy>
  <dcterms:created xsi:type="dcterms:W3CDTF">2025-12-24T14:06:55Z</dcterms:created>
  <dcterms:modified xsi:type="dcterms:W3CDTF">2025-12-24T14:06:55Z</dcterms:modified>
</cp:coreProperties>
</file>